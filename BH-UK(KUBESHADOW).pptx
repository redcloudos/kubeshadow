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ab6cf3d77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ab6cf3d77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ab6cf3d77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ab6cf3d77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b6cf3d77_2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aab6cf3d77_2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ab6cf3d77_2_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aab6cf3d77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ab6cf3d77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ab6cf3d77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ab6cf3d77_2_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aab6cf3d77_2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ab6cf3d77_2_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aab6cf3d77_2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ab6cf3d77_2_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aab6cf3d77_2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ab6cf3d77_2_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aab6cf3d77_2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ab6cf3d77_2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aab6cf3d77_2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aab6cf3d77_2_2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ab6cf3d77_2_2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aab6cf3d77_2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ab6cf3d77_2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aab6cf3d77_2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ab6cf3d77_2_2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ab6cf3d77_2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ab6cf3d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ab6cf3d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ab6cf3d7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ab6cf3d7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ab6cf3d7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aab6cf3d7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ab6cf3d77_2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aab6cf3d77_2_2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aab6cf3d77_2_2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ab6cf3d77_2_2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aab6cf3d77_2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ab6cf3d77_2_2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aab6cf3d77_2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" showMasterSp="0">
  <p:cSld name="Theme 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42832" l="0" r="7" t="914"/>
          <a:stretch/>
        </p:blipFill>
        <p:spPr>
          <a:xfrm>
            <a:off x="0" y="0"/>
            <a:ext cx="91424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AI-generated content may be incorrect.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3957" y="479978"/>
            <a:ext cx="6176085" cy="418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4B7CA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 b="0" l="3906" r="41578" t="36581"/>
          <a:stretch/>
        </p:blipFill>
        <p:spPr>
          <a:xfrm>
            <a:off x="0" y="0"/>
            <a:ext cx="9142477" cy="455760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0" y="-1"/>
            <a:ext cx="9144000" cy="4557601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>
            <p:ph type="ctrTitle"/>
          </p:nvPr>
        </p:nvSpPr>
        <p:spPr>
          <a:xfrm>
            <a:off x="342900" y="1540432"/>
            <a:ext cx="8458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/>
        </p:nvSpPr>
        <p:spPr>
          <a:xfrm>
            <a:off x="342900" y="4662101"/>
            <a:ext cx="6000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#BHEU</a:t>
            </a:r>
            <a:endParaRPr sz="1100"/>
          </a:p>
        </p:txBody>
      </p:sp>
      <p:sp>
        <p:nvSpPr>
          <p:cNvPr id="73" name="Google Shape;73;p16"/>
          <p:cNvSpPr txBox="1"/>
          <p:nvPr/>
        </p:nvSpPr>
        <p:spPr>
          <a:xfrm>
            <a:off x="1314450" y="4662101"/>
            <a:ext cx="15582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@BlackHatEvents</a:t>
            </a:r>
            <a:endParaRPr sz="1100"/>
          </a:p>
        </p:txBody>
      </p:sp>
      <p:cxnSp>
        <p:nvCxnSpPr>
          <p:cNvPr id="74" name="Google Shape;74;p16"/>
          <p:cNvCxnSpPr/>
          <p:nvPr/>
        </p:nvCxnSpPr>
        <p:spPr>
          <a:xfrm>
            <a:off x="1128713" y="4699871"/>
            <a:ext cx="0" cy="201457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>
            <a:off x="0" y="4557605"/>
            <a:ext cx="9141714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16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332362" y="3413927"/>
            <a:ext cx="8468737" cy="442731"/>
            <a:chOff x="457200" y="2745029"/>
            <a:chExt cx="5478779" cy="590308"/>
          </a:xfrm>
        </p:grpSpPr>
        <p:sp>
          <p:nvSpPr>
            <p:cNvPr id="78" name="Google Shape;78;p16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16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42900" y="3503295"/>
            <a:ext cx="8458200" cy="792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4B7CAA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A black and white logo&#10;&#10;AI-generated content may be incorrect."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605" y="254774"/>
            <a:ext cx="2652528" cy="116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showMasterSp="0">
  <p:cSld name="Section Divider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 b="11013" l="33729" r="40271" t="4763"/>
          <a:stretch/>
        </p:blipFill>
        <p:spPr>
          <a:xfrm flipH="1">
            <a:off x="0" y="1"/>
            <a:ext cx="370526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 flipH="1">
            <a:off x="-1" y="0"/>
            <a:ext cx="3711332" cy="51435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>
            <p:ph type="ctrTitle"/>
          </p:nvPr>
        </p:nvSpPr>
        <p:spPr>
          <a:xfrm>
            <a:off x="3476747" y="2037788"/>
            <a:ext cx="5324353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88" name="Google Shape;88;p17"/>
          <p:cNvGrpSpPr/>
          <p:nvPr/>
        </p:nvGrpSpPr>
        <p:grpSpPr>
          <a:xfrm>
            <a:off x="3470114" y="3911282"/>
            <a:ext cx="5330985" cy="442731"/>
            <a:chOff x="457200" y="2745029"/>
            <a:chExt cx="5478779" cy="590308"/>
          </a:xfrm>
        </p:grpSpPr>
        <p:sp>
          <p:nvSpPr>
            <p:cNvPr id="89" name="Google Shape;89;p17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" name="Google Shape;90;p17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3476747" y="4000651"/>
            <a:ext cx="5324353" cy="792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4B7CAA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A black and white logo&#10;&#10;AI-generated content may be incorrect."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2884" y="257056"/>
            <a:ext cx="1585756" cy="69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42899" y="1143291"/>
            <a:ext cx="8458202" cy="413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342899" y="1591442"/>
            <a:ext cx="5795012" cy="23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4B7CAA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97" name="Google Shape;97;p18"/>
          <p:cNvCxnSpPr/>
          <p:nvPr/>
        </p:nvCxnSpPr>
        <p:spPr>
          <a:xfrm>
            <a:off x="342899" y="1887898"/>
            <a:ext cx="8458199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8"/>
          <p:cNvSpPr txBox="1"/>
          <p:nvPr/>
        </p:nvSpPr>
        <p:spPr>
          <a:xfrm>
            <a:off x="8065770" y="1591442"/>
            <a:ext cx="7353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B7CAA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100"/>
          </a:p>
        </p:txBody>
      </p:sp>
      <p:sp>
        <p:nvSpPr>
          <p:cNvPr id="99" name="Google Shape;99;p18"/>
          <p:cNvSpPr txBox="1"/>
          <p:nvPr>
            <p:ph idx="3" type="body"/>
          </p:nvPr>
        </p:nvSpPr>
        <p:spPr>
          <a:xfrm>
            <a:off x="342899" y="1953390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4" type="body"/>
          </p:nvPr>
        </p:nvSpPr>
        <p:spPr>
          <a:xfrm>
            <a:off x="342899" y="2462349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5" type="body"/>
          </p:nvPr>
        </p:nvSpPr>
        <p:spPr>
          <a:xfrm>
            <a:off x="342899" y="2971308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6" type="body"/>
          </p:nvPr>
        </p:nvSpPr>
        <p:spPr>
          <a:xfrm>
            <a:off x="342899" y="3480266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7" type="body"/>
          </p:nvPr>
        </p:nvSpPr>
        <p:spPr>
          <a:xfrm>
            <a:off x="6198870" y="1953390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8" type="body"/>
          </p:nvPr>
        </p:nvSpPr>
        <p:spPr>
          <a:xfrm>
            <a:off x="6198870" y="2462349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9" type="body"/>
          </p:nvPr>
        </p:nvSpPr>
        <p:spPr>
          <a:xfrm>
            <a:off x="6198870" y="2971308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3" type="body"/>
          </p:nvPr>
        </p:nvSpPr>
        <p:spPr>
          <a:xfrm>
            <a:off x="6198872" y="3480266"/>
            <a:ext cx="2602229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4" type="body"/>
          </p:nvPr>
        </p:nvSpPr>
        <p:spPr>
          <a:xfrm>
            <a:off x="342899" y="4000209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5" type="body"/>
          </p:nvPr>
        </p:nvSpPr>
        <p:spPr>
          <a:xfrm>
            <a:off x="6198872" y="4000209"/>
            <a:ext cx="2602229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Speaker" showMasterSp="0">
  <p:cSld name="1 Speaker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1043" r="46022" t="30498"/>
          <a:stretch/>
        </p:blipFill>
        <p:spPr>
          <a:xfrm>
            <a:off x="1523" y="0"/>
            <a:ext cx="91424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910772" y="2656204"/>
            <a:ext cx="4890326" cy="74167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910772" y="3619105"/>
            <a:ext cx="4890326" cy="71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None/>
              <a:defRPr b="1" sz="21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9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9"/>
          <p:cNvGrpSpPr/>
          <p:nvPr/>
        </p:nvGrpSpPr>
        <p:grpSpPr>
          <a:xfrm>
            <a:off x="2993571" y="3508488"/>
            <a:ext cx="5807527" cy="442731"/>
            <a:chOff x="457200" y="2745029"/>
            <a:chExt cx="5478779" cy="590308"/>
          </a:xfrm>
        </p:grpSpPr>
        <p:sp>
          <p:nvSpPr>
            <p:cNvPr id="116" name="Google Shape;116;p19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19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8" name="Google Shape;118;p19"/>
          <p:cNvSpPr/>
          <p:nvPr>
            <p:ph idx="2" type="pic"/>
          </p:nvPr>
        </p:nvSpPr>
        <p:spPr>
          <a:xfrm>
            <a:off x="342901" y="919318"/>
            <a:ext cx="3437679" cy="3411101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A black and white logo&#10;&#10;AI-generated content may be incorrect."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Speakers" showMasterSp="0">
  <p:cSld name="2 Speakers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 rotWithShape="1">
          <a:blip r:embed="rId2">
            <a:alphaModFix/>
          </a:blip>
          <a:srcRect b="0" l="1043" r="46022" t="30498"/>
          <a:stretch/>
        </p:blipFill>
        <p:spPr>
          <a:xfrm flipH="1">
            <a:off x="1523" y="0"/>
            <a:ext cx="91424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dk2"/>
              </a:gs>
              <a:gs pos="28000">
                <a:schemeClr val="dk2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>
            <p:ph idx="2" type="pic"/>
          </p:nvPr>
        </p:nvSpPr>
        <p:spPr>
          <a:xfrm>
            <a:off x="1431764" y="919318"/>
            <a:ext cx="2601560" cy="21610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0"/>
          <p:cNvSpPr/>
          <p:nvPr>
            <p:ph idx="3" type="pic"/>
          </p:nvPr>
        </p:nvSpPr>
        <p:spPr>
          <a:xfrm>
            <a:off x="5110678" y="919318"/>
            <a:ext cx="2601560" cy="21610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1431288" y="3261857"/>
            <a:ext cx="2601558" cy="51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None/>
              <a:defRPr b="1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5110679" y="3261857"/>
            <a:ext cx="2601558" cy="51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100"/>
              <a:buNone/>
              <a:defRPr b="1" sz="21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0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oogle Shape;129;p20"/>
          <p:cNvGrpSpPr/>
          <p:nvPr/>
        </p:nvGrpSpPr>
        <p:grpSpPr>
          <a:xfrm>
            <a:off x="1431288" y="3895552"/>
            <a:ext cx="2601557" cy="442731"/>
            <a:chOff x="457200" y="2745029"/>
            <a:chExt cx="5478779" cy="590308"/>
          </a:xfrm>
        </p:grpSpPr>
        <p:sp>
          <p:nvSpPr>
            <p:cNvPr id="130" name="Google Shape;130;p20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" name="Google Shape;131;p20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32" name="Google Shape;132;p20"/>
          <p:cNvGrpSpPr/>
          <p:nvPr/>
        </p:nvGrpSpPr>
        <p:grpSpPr>
          <a:xfrm>
            <a:off x="5110680" y="3895552"/>
            <a:ext cx="2601557" cy="442731"/>
            <a:chOff x="457200" y="2745029"/>
            <a:chExt cx="5478779" cy="590308"/>
          </a:xfrm>
        </p:grpSpPr>
        <p:sp>
          <p:nvSpPr>
            <p:cNvPr id="133" name="Google Shape;133;p20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20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5" name="Google Shape;135;p20"/>
          <p:cNvSpPr txBox="1"/>
          <p:nvPr>
            <p:ph idx="5" type="body"/>
          </p:nvPr>
        </p:nvSpPr>
        <p:spPr>
          <a:xfrm>
            <a:off x="1431765" y="4019457"/>
            <a:ext cx="2601559" cy="463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6" type="body"/>
          </p:nvPr>
        </p:nvSpPr>
        <p:spPr>
          <a:xfrm>
            <a:off x="5110679" y="4019457"/>
            <a:ext cx="2601559" cy="463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A black and white logo&#10;&#10;AI-generated content may be incorrect."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Speakers" showMasterSp="0">
  <p:cSld name="6 Speakers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 rotWithShape="1">
          <a:blip r:embed="rId2">
            <a:alphaModFix/>
          </a:blip>
          <a:srcRect b="1108" l="220" r="61782" t="49002"/>
          <a:stretch/>
        </p:blipFill>
        <p:spPr>
          <a:xfrm>
            <a:off x="1523" y="0"/>
            <a:ext cx="91424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1816268" y="744672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2" type="body"/>
          </p:nvPr>
        </p:nvSpPr>
        <p:spPr>
          <a:xfrm>
            <a:off x="1816745" y="140250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3" type="body"/>
          </p:nvPr>
        </p:nvSpPr>
        <p:spPr>
          <a:xfrm>
            <a:off x="1816268" y="207676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4" type="body"/>
          </p:nvPr>
        </p:nvSpPr>
        <p:spPr>
          <a:xfrm>
            <a:off x="1816745" y="273459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5" type="body"/>
          </p:nvPr>
        </p:nvSpPr>
        <p:spPr>
          <a:xfrm>
            <a:off x="1816268" y="340885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6" type="body"/>
          </p:nvPr>
        </p:nvSpPr>
        <p:spPr>
          <a:xfrm>
            <a:off x="1816745" y="4066686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1"/>
          <p:cNvSpPr/>
          <p:nvPr>
            <p:ph idx="7" type="pic"/>
          </p:nvPr>
        </p:nvSpPr>
        <p:spPr>
          <a:xfrm>
            <a:off x="453656" y="653474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21"/>
          <p:cNvSpPr/>
          <p:nvPr>
            <p:ph idx="8" type="pic"/>
          </p:nvPr>
        </p:nvSpPr>
        <p:spPr>
          <a:xfrm>
            <a:off x="453656" y="1985565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1"/>
          <p:cNvSpPr/>
          <p:nvPr>
            <p:ph idx="9" type="pic"/>
          </p:nvPr>
        </p:nvSpPr>
        <p:spPr>
          <a:xfrm>
            <a:off x="453656" y="3317656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1"/>
          <p:cNvSpPr txBox="1"/>
          <p:nvPr>
            <p:ph idx="13" type="body"/>
          </p:nvPr>
        </p:nvSpPr>
        <p:spPr>
          <a:xfrm>
            <a:off x="6214570" y="744672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4" type="body"/>
          </p:nvPr>
        </p:nvSpPr>
        <p:spPr>
          <a:xfrm>
            <a:off x="6215047" y="140250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5" type="body"/>
          </p:nvPr>
        </p:nvSpPr>
        <p:spPr>
          <a:xfrm>
            <a:off x="6214570" y="207676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6" type="body"/>
          </p:nvPr>
        </p:nvSpPr>
        <p:spPr>
          <a:xfrm>
            <a:off x="6215047" y="273459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17" type="body"/>
          </p:nvPr>
        </p:nvSpPr>
        <p:spPr>
          <a:xfrm>
            <a:off x="6214570" y="340885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  <a:defRPr b="1"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21"/>
          <p:cNvSpPr txBox="1"/>
          <p:nvPr>
            <p:ph idx="18" type="body"/>
          </p:nvPr>
        </p:nvSpPr>
        <p:spPr>
          <a:xfrm>
            <a:off x="6215047" y="4066686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  <a:defRPr b="1" sz="1200">
                <a:solidFill>
                  <a:srgbClr val="4B7CA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1"/>
          <p:cNvSpPr/>
          <p:nvPr>
            <p:ph idx="19" type="pic"/>
          </p:nvPr>
        </p:nvSpPr>
        <p:spPr>
          <a:xfrm>
            <a:off x="4851958" y="653474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1"/>
          <p:cNvSpPr/>
          <p:nvPr>
            <p:ph idx="20" type="pic"/>
          </p:nvPr>
        </p:nvSpPr>
        <p:spPr>
          <a:xfrm>
            <a:off x="4851958" y="1985565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1"/>
          <p:cNvSpPr/>
          <p:nvPr>
            <p:ph idx="21" type="pic"/>
          </p:nvPr>
        </p:nvSpPr>
        <p:spPr>
          <a:xfrm>
            <a:off x="4851958" y="3317656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descr="A black and white logo&#10;&#10;AI-generated content may be incorrect."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40">
          <p15:clr>
            <a:srgbClr val="FBAE40"/>
          </p15:clr>
        </p15:guide>
        <p15:guide id="2" pos="431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hoto" showMasterSp="0">
  <p:cSld name="1_Photo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2">
            <a:alphaModFix/>
          </a:blip>
          <a:srcRect b="0" l="19430" r="16425" t="15777"/>
          <a:stretch/>
        </p:blipFill>
        <p:spPr>
          <a:xfrm>
            <a:off x="0" y="0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0" y="0"/>
            <a:ext cx="4572000" cy="451412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48627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/>
          <p:nvPr>
            <p:ph idx="2" type="pic"/>
          </p:nvPr>
        </p:nvSpPr>
        <p:spPr>
          <a:xfrm>
            <a:off x="3268980" y="-1"/>
            <a:ext cx="5875020" cy="514349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2"/>
          <p:cNvSpPr txBox="1"/>
          <p:nvPr>
            <p:ph type="title"/>
          </p:nvPr>
        </p:nvSpPr>
        <p:spPr>
          <a:xfrm>
            <a:off x="342900" y="342899"/>
            <a:ext cx="2782264" cy="22288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2537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8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hoto" showMasterSp="0">
  <p:cSld name="2_Photo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 rotWithShape="1">
          <a:blip r:embed="rId2">
            <a:alphaModFix/>
          </a:blip>
          <a:srcRect b="0" l="-1" r="35855" t="15777"/>
          <a:stretch/>
        </p:blipFill>
        <p:spPr>
          <a:xfrm>
            <a:off x="0" y="0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4572000" y="0"/>
            <a:ext cx="4572000" cy="451412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48627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/>
          <p:nvPr>
            <p:ph idx="2" type="pic"/>
          </p:nvPr>
        </p:nvSpPr>
        <p:spPr>
          <a:xfrm>
            <a:off x="0" y="-1"/>
            <a:ext cx="5875020" cy="514349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6018835" y="342899"/>
            <a:ext cx="2782265" cy="22288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2537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A black and white logo&#10;&#10;AI-generated content may be incorrect."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hoto" showMasterSp="0">
  <p:cSld name="3_Photo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4"/>
          <p:cNvPicPr preferRelativeResize="0"/>
          <p:nvPr/>
        </p:nvPicPr>
        <p:blipFill rotWithShape="1">
          <a:blip r:embed="rId2">
            <a:alphaModFix/>
          </a:blip>
          <a:srcRect b="0" l="-1" r="35855" t="15777"/>
          <a:stretch/>
        </p:blipFill>
        <p:spPr>
          <a:xfrm>
            <a:off x="0" y="0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0" y="0"/>
            <a:ext cx="9144000" cy="451412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48627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4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/>
          <p:nvPr>
            <p:ph idx="2" type="pic"/>
          </p:nvPr>
        </p:nvSpPr>
        <p:spPr>
          <a:xfrm>
            <a:off x="342900" y="1369219"/>
            <a:ext cx="8458200" cy="304051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4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descr="A black and white logo&#10;&#10;AI-generated content may be incorrect."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86" name="Google Shape;186;p25"/>
          <p:cNvGrpSpPr/>
          <p:nvPr/>
        </p:nvGrpSpPr>
        <p:grpSpPr>
          <a:xfrm>
            <a:off x="342901" y="1278068"/>
            <a:ext cx="4109084" cy="442731"/>
            <a:chOff x="457200" y="2745029"/>
            <a:chExt cx="5478779" cy="590308"/>
          </a:xfrm>
        </p:grpSpPr>
        <p:sp>
          <p:nvSpPr>
            <p:cNvPr id="187" name="Google Shape;187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8" name="Google Shape;188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89" name="Google Shape;189;p25"/>
          <p:cNvGrpSpPr/>
          <p:nvPr/>
        </p:nvGrpSpPr>
        <p:grpSpPr>
          <a:xfrm>
            <a:off x="342901" y="2058772"/>
            <a:ext cx="4109084" cy="442731"/>
            <a:chOff x="457200" y="2745029"/>
            <a:chExt cx="5478779" cy="590308"/>
          </a:xfrm>
        </p:grpSpPr>
        <p:sp>
          <p:nvSpPr>
            <p:cNvPr id="190" name="Google Shape;190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2" name="Google Shape;192;p25"/>
          <p:cNvGrpSpPr/>
          <p:nvPr/>
        </p:nvGrpSpPr>
        <p:grpSpPr>
          <a:xfrm>
            <a:off x="4692018" y="1278068"/>
            <a:ext cx="4109084" cy="442731"/>
            <a:chOff x="457200" y="2745029"/>
            <a:chExt cx="5478779" cy="590308"/>
          </a:xfrm>
        </p:grpSpPr>
        <p:sp>
          <p:nvSpPr>
            <p:cNvPr id="193" name="Google Shape;193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4" name="Google Shape;194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5" name="Google Shape;195;p25"/>
          <p:cNvGrpSpPr/>
          <p:nvPr/>
        </p:nvGrpSpPr>
        <p:grpSpPr>
          <a:xfrm>
            <a:off x="4692018" y="2058772"/>
            <a:ext cx="4109084" cy="442731"/>
            <a:chOff x="457200" y="2745029"/>
            <a:chExt cx="5478779" cy="590308"/>
          </a:xfrm>
        </p:grpSpPr>
        <p:sp>
          <p:nvSpPr>
            <p:cNvPr id="196" name="Google Shape;196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8" name="Google Shape;198;p25"/>
          <p:cNvGrpSpPr/>
          <p:nvPr/>
        </p:nvGrpSpPr>
        <p:grpSpPr>
          <a:xfrm rot="10800000">
            <a:off x="342901" y="4032113"/>
            <a:ext cx="4109084" cy="442731"/>
            <a:chOff x="457200" y="2745029"/>
            <a:chExt cx="5478779" cy="590308"/>
          </a:xfrm>
        </p:grpSpPr>
        <p:sp>
          <p:nvSpPr>
            <p:cNvPr id="199" name="Google Shape;199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" name="Google Shape;200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1" name="Google Shape;201;p25"/>
          <p:cNvGrpSpPr/>
          <p:nvPr/>
        </p:nvGrpSpPr>
        <p:grpSpPr>
          <a:xfrm rot="10800000">
            <a:off x="4692018" y="4032113"/>
            <a:ext cx="4109084" cy="442731"/>
            <a:chOff x="457200" y="2745029"/>
            <a:chExt cx="5478779" cy="590308"/>
          </a:xfrm>
        </p:grpSpPr>
        <p:sp>
          <p:nvSpPr>
            <p:cNvPr id="202" name="Google Shape;202;p25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25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342901" y="1369220"/>
            <a:ext cx="4109084" cy="597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4692017" y="1369220"/>
            <a:ext cx="4109084" cy="597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06" name="Google Shape;206;p25"/>
          <p:cNvSpPr txBox="1"/>
          <p:nvPr>
            <p:ph idx="3" type="body"/>
          </p:nvPr>
        </p:nvSpPr>
        <p:spPr>
          <a:xfrm>
            <a:off x="4692017" y="2155082"/>
            <a:ext cx="4109084" cy="2227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7" name="Google Shape;207;p25"/>
          <p:cNvSpPr txBox="1"/>
          <p:nvPr>
            <p:ph idx="4" type="body"/>
          </p:nvPr>
        </p:nvSpPr>
        <p:spPr>
          <a:xfrm>
            <a:off x="342901" y="2155082"/>
            <a:ext cx="4109084" cy="2227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−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397149"/>
            <a:ext cx="9144000" cy="74635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63730" l="0" r="0" t="3906"/>
          <a:stretch/>
        </p:blipFill>
        <p:spPr>
          <a:xfrm flipH="1">
            <a:off x="762" y="0"/>
            <a:ext cx="9143238" cy="126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0" y="0"/>
            <a:ext cx="9144000" cy="1317631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 flipH="1" rot="10800000">
            <a:off x="0" y="4557605"/>
            <a:ext cx="9144000" cy="34976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933324"/>
            <a:ext cx="9144000" cy="34976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D81EB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D81EBF"/>
              </a:buClr>
              <a:buSzPts val="2100"/>
              <a:buFont typeface="Inter"/>
              <a:buChar char="◦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D81EBF"/>
              </a:buClr>
              <a:buSzPts val="1800"/>
              <a:buFont typeface="Arial"/>
              <a:buChar char="−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D81EBF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D81EBF"/>
              </a:buClr>
              <a:buSzPts val="1400"/>
              <a:buFont typeface="Arial"/>
              <a:buChar char="▫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/>
          <p:nvPr/>
        </p:nvSpPr>
        <p:spPr>
          <a:xfrm flipH="1" rot="10800000">
            <a:off x="0" y="0"/>
            <a:ext cx="9144000" cy="88112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descr="A black and white logo&#10;&#10;AI-generated content may be incorrect." id="59" name="Google Shape;5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0092FF"/>
          </p15:clr>
        </p15:guide>
        <p15:guide id="2" pos="5760">
          <p15:clr>
            <a:srgbClr val="0092FF"/>
          </p15:clr>
        </p15:guide>
        <p15:guide id="3" pos="214">
          <p15:clr>
            <a:srgbClr val="0092FF"/>
          </p15:clr>
        </p15:guide>
        <p15:guide id="4" pos="5544">
          <p15:clr>
            <a:srgbClr val="0092FF"/>
          </p15:clr>
        </p15:guide>
        <p15:guide id="5" orient="horz">
          <p15:clr>
            <a:srgbClr val="0092FF"/>
          </p15:clr>
        </p15:guide>
        <p15:guide id="6" orient="horz" pos="3240">
          <p15:clr>
            <a:srgbClr val="0092FF"/>
          </p15:clr>
        </p15:guide>
        <p15:guide id="7" orient="horz" pos="216">
          <p15:clr>
            <a:srgbClr val="0092FF"/>
          </p15:clr>
        </p15:guide>
        <p15:guide id="8" orient="horz" pos="3024">
          <p15:clr>
            <a:srgbClr val="0092FF"/>
          </p15:clr>
        </p15:guide>
        <p15:guide id="9" pos="2880">
          <p15:clr>
            <a:srgbClr val="F26B43"/>
          </p15:clr>
        </p15:guide>
        <p15:guide id="10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Title style: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b="1" lang="en"/>
              <a:t>ARIAL, BOLD, 40PT, UPPERCASE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Body style: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Arial, regular, 32pt – 18pt, sentence case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Do not go lower than 18pt 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Prioritize visuals over blocks of text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Use animation sparingly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ctrTitle"/>
          </p:nvPr>
        </p:nvSpPr>
        <p:spPr>
          <a:xfrm>
            <a:off x="342900" y="1540432"/>
            <a:ext cx="8458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rPr lang="en"/>
              <a:t>KubeShadow</a:t>
            </a:r>
            <a:endParaRPr/>
          </a:p>
        </p:txBody>
      </p:sp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342900" y="3503295"/>
            <a:ext cx="8458200" cy="792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Advanced Offensive Kubernetes Red-Team Framework</a:t>
            </a:r>
            <a:endParaRPr/>
          </a:p>
        </p:txBody>
      </p:sp>
      <p:pic>
        <p:nvPicPr>
          <p:cNvPr id="227" name="Google Shape;2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300" y="-424350"/>
            <a:ext cx="4987149" cy="42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42899" y="1143291"/>
            <a:ext cx="8458202" cy="413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Daily Schedule</a:t>
            </a:r>
            <a:endParaRPr/>
          </a:p>
        </p:txBody>
      </p:sp>
      <p:sp>
        <p:nvSpPr>
          <p:cNvPr id="234" name="Google Shape;234;p31"/>
          <p:cNvSpPr txBox="1"/>
          <p:nvPr>
            <p:ph idx="2" type="body"/>
          </p:nvPr>
        </p:nvSpPr>
        <p:spPr>
          <a:xfrm>
            <a:off x="342899" y="1591442"/>
            <a:ext cx="5795012" cy="23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Monday, Dec 8</a:t>
            </a:r>
            <a:endParaRPr/>
          </a:p>
        </p:txBody>
      </p:sp>
      <p:sp>
        <p:nvSpPr>
          <p:cNvPr id="235" name="Google Shape;235;p31"/>
          <p:cNvSpPr txBox="1"/>
          <p:nvPr>
            <p:ph idx="3" type="body"/>
          </p:nvPr>
        </p:nvSpPr>
        <p:spPr>
          <a:xfrm>
            <a:off x="342899" y="1953390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36" name="Google Shape;236;p31"/>
          <p:cNvSpPr txBox="1"/>
          <p:nvPr>
            <p:ph idx="4" type="body"/>
          </p:nvPr>
        </p:nvSpPr>
        <p:spPr>
          <a:xfrm>
            <a:off x="342899" y="2462349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37" name="Google Shape;237;p31"/>
          <p:cNvSpPr txBox="1"/>
          <p:nvPr>
            <p:ph idx="5" type="body"/>
          </p:nvPr>
        </p:nvSpPr>
        <p:spPr>
          <a:xfrm>
            <a:off x="342899" y="2971308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38" name="Google Shape;238;p31"/>
          <p:cNvSpPr txBox="1"/>
          <p:nvPr>
            <p:ph idx="6" type="body"/>
          </p:nvPr>
        </p:nvSpPr>
        <p:spPr>
          <a:xfrm>
            <a:off x="342899" y="3480266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39" name="Google Shape;239;p31"/>
          <p:cNvSpPr txBox="1"/>
          <p:nvPr>
            <p:ph idx="7" type="body"/>
          </p:nvPr>
        </p:nvSpPr>
        <p:spPr>
          <a:xfrm>
            <a:off x="6198870" y="1953390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10:00 am – 11:00 am </a:t>
            </a:r>
            <a:endParaRPr/>
          </a:p>
        </p:txBody>
      </p:sp>
      <p:sp>
        <p:nvSpPr>
          <p:cNvPr id="240" name="Google Shape;240;p31"/>
          <p:cNvSpPr txBox="1"/>
          <p:nvPr>
            <p:ph idx="8" type="body"/>
          </p:nvPr>
        </p:nvSpPr>
        <p:spPr>
          <a:xfrm>
            <a:off x="6198870" y="2462349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11:00 am – 12:00 pm </a:t>
            </a:r>
            <a:endParaRPr/>
          </a:p>
        </p:txBody>
      </p:sp>
      <p:sp>
        <p:nvSpPr>
          <p:cNvPr id="241" name="Google Shape;241;p31"/>
          <p:cNvSpPr txBox="1"/>
          <p:nvPr>
            <p:ph idx="9" type="body"/>
          </p:nvPr>
        </p:nvSpPr>
        <p:spPr>
          <a:xfrm>
            <a:off x="6198870" y="2971308"/>
            <a:ext cx="2602228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12:00 pm – 1:00 pm </a:t>
            </a:r>
            <a:endParaRPr/>
          </a:p>
        </p:txBody>
      </p:sp>
      <p:sp>
        <p:nvSpPr>
          <p:cNvPr id="242" name="Google Shape;242;p31"/>
          <p:cNvSpPr txBox="1"/>
          <p:nvPr>
            <p:ph idx="13" type="body"/>
          </p:nvPr>
        </p:nvSpPr>
        <p:spPr>
          <a:xfrm>
            <a:off x="6198872" y="3480266"/>
            <a:ext cx="2602229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1:00 pm – 2:00 pm </a:t>
            </a:r>
            <a:endParaRPr/>
          </a:p>
        </p:txBody>
      </p:sp>
      <p:sp>
        <p:nvSpPr>
          <p:cNvPr id="243" name="Google Shape;243;p31"/>
          <p:cNvSpPr txBox="1"/>
          <p:nvPr>
            <p:ph idx="14" type="body"/>
          </p:nvPr>
        </p:nvSpPr>
        <p:spPr>
          <a:xfrm>
            <a:off x="342899" y="4000209"/>
            <a:ext cx="5795012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44" name="Google Shape;244;p31"/>
          <p:cNvSpPr txBox="1"/>
          <p:nvPr>
            <p:ph idx="15" type="body"/>
          </p:nvPr>
        </p:nvSpPr>
        <p:spPr>
          <a:xfrm>
            <a:off x="6198872" y="4000209"/>
            <a:ext cx="2602229" cy="50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2:00 pm – 3:00 pm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342900" y="342900"/>
            <a:ext cx="8458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342899" y="1143291"/>
            <a:ext cx="84582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Daily Schedule</a:t>
            </a:r>
            <a:endParaRPr/>
          </a:p>
        </p:txBody>
      </p:sp>
      <p:sp>
        <p:nvSpPr>
          <p:cNvPr id="251" name="Google Shape;251;p32"/>
          <p:cNvSpPr txBox="1"/>
          <p:nvPr>
            <p:ph idx="2" type="body"/>
          </p:nvPr>
        </p:nvSpPr>
        <p:spPr>
          <a:xfrm>
            <a:off x="342899" y="1591442"/>
            <a:ext cx="5795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Monday, Dec 8</a:t>
            </a:r>
            <a:endParaRPr/>
          </a:p>
        </p:txBody>
      </p:sp>
      <p:sp>
        <p:nvSpPr>
          <p:cNvPr id="252" name="Google Shape;252;p32"/>
          <p:cNvSpPr txBox="1"/>
          <p:nvPr>
            <p:ph idx="3" type="body"/>
          </p:nvPr>
        </p:nvSpPr>
        <p:spPr>
          <a:xfrm>
            <a:off x="342899" y="1953390"/>
            <a:ext cx="5795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53" name="Google Shape;253;p32"/>
          <p:cNvSpPr txBox="1"/>
          <p:nvPr>
            <p:ph idx="4" type="body"/>
          </p:nvPr>
        </p:nvSpPr>
        <p:spPr>
          <a:xfrm>
            <a:off x="342899" y="2462349"/>
            <a:ext cx="5795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54" name="Google Shape;254;p32"/>
          <p:cNvSpPr txBox="1"/>
          <p:nvPr>
            <p:ph idx="5" type="body"/>
          </p:nvPr>
        </p:nvSpPr>
        <p:spPr>
          <a:xfrm>
            <a:off x="342899" y="2971308"/>
            <a:ext cx="5795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55" name="Google Shape;255;p32"/>
          <p:cNvSpPr txBox="1"/>
          <p:nvPr>
            <p:ph idx="6" type="body"/>
          </p:nvPr>
        </p:nvSpPr>
        <p:spPr>
          <a:xfrm>
            <a:off x="342899" y="3480266"/>
            <a:ext cx="5795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56" name="Google Shape;256;p32"/>
          <p:cNvSpPr txBox="1"/>
          <p:nvPr>
            <p:ph idx="7" type="body"/>
          </p:nvPr>
        </p:nvSpPr>
        <p:spPr>
          <a:xfrm>
            <a:off x="6198870" y="1953390"/>
            <a:ext cx="2602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10:00 am – 11:00 am </a:t>
            </a:r>
            <a:endParaRPr/>
          </a:p>
        </p:txBody>
      </p:sp>
      <p:sp>
        <p:nvSpPr>
          <p:cNvPr id="257" name="Google Shape;257;p32"/>
          <p:cNvSpPr txBox="1"/>
          <p:nvPr>
            <p:ph idx="8" type="body"/>
          </p:nvPr>
        </p:nvSpPr>
        <p:spPr>
          <a:xfrm>
            <a:off x="6198870" y="2462349"/>
            <a:ext cx="2602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11:00 am – 12:00 pm </a:t>
            </a:r>
            <a:endParaRPr/>
          </a:p>
        </p:txBody>
      </p:sp>
      <p:sp>
        <p:nvSpPr>
          <p:cNvPr id="258" name="Google Shape;258;p32"/>
          <p:cNvSpPr txBox="1"/>
          <p:nvPr>
            <p:ph idx="9" type="body"/>
          </p:nvPr>
        </p:nvSpPr>
        <p:spPr>
          <a:xfrm>
            <a:off x="6198870" y="2971308"/>
            <a:ext cx="2602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12:00 pm – 1:00 pm </a:t>
            </a:r>
            <a:endParaRPr/>
          </a:p>
        </p:txBody>
      </p:sp>
      <p:sp>
        <p:nvSpPr>
          <p:cNvPr id="259" name="Google Shape;259;p32"/>
          <p:cNvSpPr txBox="1"/>
          <p:nvPr>
            <p:ph idx="13" type="body"/>
          </p:nvPr>
        </p:nvSpPr>
        <p:spPr>
          <a:xfrm>
            <a:off x="6198872" y="3480266"/>
            <a:ext cx="2602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1:00 pm – 2:00 pm </a:t>
            </a:r>
            <a:endParaRPr/>
          </a:p>
        </p:txBody>
      </p:sp>
      <p:sp>
        <p:nvSpPr>
          <p:cNvPr id="260" name="Google Shape;260;p32"/>
          <p:cNvSpPr txBox="1"/>
          <p:nvPr>
            <p:ph idx="14" type="body"/>
          </p:nvPr>
        </p:nvSpPr>
        <p:spPr>
          <a:xfrm>
            <a:off x="342899" y="4000209"/>
            <a:ext cx="5795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Lorem ipsum dolor sit amet, consectetuer adipiscing elit. Maecenas porttitor</a:t>
            </a:r>
            <a:endParaRPr/>
          </a:p>
        </p:txBody>
      </p:sp>
      <p:sp>
        <p:nvSpPr>
          <p:cNvPr id="261" name="Google Shape;261;p32"/>
          <p:cNvSpPr txBox="1"/>
          <p:nvPr>
            <p:ph idx="15" type="body"/>
          </p:nvPr>
        </p:nvSpPr>
        <p:spPr>
          <a:xfrm>
            <a:off x="6198872" y="4000209"/>
            <a:ext cx="2602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-177800" lvl="0" marL="1778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2:00 pm – 3:00 pm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ctrTitle"/>
          </p:nvPr>
        </p:nvSpPr>
        <p:spPr>
          <a:xfrm>
            <a:off x="3476747" y="2037788"/>
            <a:ext cx="5324353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</a:pPr>
            <a:r>
              <a:rPr lang="en"/>
              <a:t>SECTION DIVIDER SLIDE</a:t>
            </a:r>
            <a:endParaRPr/>
          </a:p>
        </p:txBody>
      </p:sp>
      <p:sp>
        <p:nvSpPr>
          <p:cNvPr id="267" name="Google Shape;267;p33"/>
          <p:cNvSpPr txBox="1"/>
          <p:nvPr>
            <p:ph idx="1" type="subTitle"/>
          </p:nvPr>
        </p:nvSpPr>
        <p:spPr>
          <a:xfrm>
            <a:off x="3476747" y="4000651"/>
            <a:ext cx="5324353" cy="792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Subtitle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3910772" y="2656204"/>
            <a:ext cx="4890326" cy="74167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3910772" y="3619105"/>
            <a:ext cx="4890326" cy="71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Title, Company</a:t>
            </a:r>
            <a:endParaRPr/>
          </a:p>
        </p:txBody>
      </p:sp>
      <p:pic>
        <p:nvPicPr>
          <p:cNvPr descr="Woman with red hair in green top" id="274" name="Google Shape;274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0" l="0" r="0" t="380"/>
          <a:stretch/>
        </p:blipFill>
        <p:spPr>
          <a:xfrm>
            <a:off x="342901" y="919318"/>
            <a:ext cx="3437679" cy="3411101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with red hair in green top" id="279" name="Google Shape;279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466" l="0" r="0" t="8467"/>
          <a:stretch/>
        </p:blipFill>
        <p:spPr>
          <a:xfrm>
            <a:off x="1431764" y="919318"/>
            <a:ext cx="2601560" cy="21610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oman with red hair in green top" id="280" name="Google Shape;280;p35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8466" l="0" r="0" t="8467"/>
          <a:stretch/>
        </p:blipFill>
        <p:spPr>
          <a:xfrm>
            <a:off x="5110678" y="919318"/>
            <a:ext cx="2601560" cy="2161064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35"/>
          <p:cNvSpPr txBox="1"/>
          <p:nvPr>
            <p:ph idx="1" type="body"/>
          </p:nvPr>
        </p:nvSpPr>
        <p:spPr>
          <a:xfrm>
            <a:off x="1431288" y="3261857"/>
            <a:ext cx="2601558" cy="51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FIRST NAME </a:t>
            </a:r>
            <a:br>
              <a:rPr lang="en"/>
            </a:br>
            <a:r>
              <a:rPr lang="en"/>
              <a:t>LAST NAME</a:t>
            </a:r>
            <a:endParaRPr/>
          </a:p>
        </p:txBody>
      </p:sp>
      <p:sp>
        <p:nvSpPr>
          <p:cNvPr id="282" name="Google Shape;282;p35"/>
          <p:cNvSpPr txBox="1"/>
          <p:nvPr>
            <p:ph idx="4" type="body"/>
          </p:nvPr>
        </p:nvSpPr>
        <p:spPr>
          <a:xfrm>
            <a:off x="5110679" y="3261857"/>
            <a:ext cx="2601558" cy="51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FIRST NAME</a:t>
            </a:r>
            <a:br>
              <a:rPr lang="en"/>
            </a:br>
            <a:r>
              <a:rPr lang="en"/>
              <a:t>LAST NAME</a:t>
            </a:r>
            <a:endParaRPr/>
          </a:p>
        </p:txBody>
      </p:sp>
      <p:sp>
        <p:nvSpPr>
          <p:cNvPr id="283" name="Google Shape;283;p35"/>
          <p:cNvSpPr txBox="1"/>
          <p:nvPr>
            <p:ph idx="5" type="body"/>
          </p:nvPr>
        </p:nvSpPr>
        <p:spPr>
          <a:xfrm>
            <a:off x="1431765" y="4019457"/>
            <a:ext cx="2601559" cy="463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Title, Company</a:t>
            </a:r>
            <a:endParaRPr/>
          </a:p>
        </p:txBody>
      </p:sp>
      <p:sp>
        <p:nvSpPr>
          <p:cNvPr id="284" name="Google Shape;284;p35"/>
          <p:cNvSpPr txBox="1"/>
          <p:nvPr>
            <p:ph idx="6" type="body"/>
          </p:nvPr>
        </p:nvSpPr>
        <p:spPr>
          <a:xfrm>
            <a:off x="5110679" y="4019457"/>
            <a:ext cx="2601559" cy="463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Title, Company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816268" y="744672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290" name="Google Shape;290;p36"/>
          <p:cNvSpPr txBox="1"/>
          <p:nvPr>
            <p:ph idx="2" type="body"/>
          </p:nvPr>
        </p:nvSpPr>
        <p:spPr>
          <a:xfrm>
            <a:off x="1816745" y="140250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sp>
        <p:nvSpPr>
          <p:cNvPr id="291" name="Google Shape;291;p36"/>
          <p:cNvSpPr txBox="1"/>
          <p:nvPr>
            <p:ph idx="3" type="body"/>
          </p:nvPr>
        </p:nvSpPr>
        <p:spPr>
          <a:xfrm>
            <a:off x="1816268" y="207676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292" name="Google Shape;292;p36"/>
          <p:cNvSpPr txBox="1"/>
          <p:nvPr>
            <p:ph idx="4" type="body"/>
          </p:nvPr>
        </p:nvSpPr>
        <p:spPr>
          <a:xfrm>
            <a:off x="1816745" y="273459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sp>
        <p:nvSpPr>
          <p:cNvPr id="293" name="Google Shape;293;p36"/>
          <p:cNvSpPr txBox="1"/>
          <p:nvPr>
            <p:ph idx="5" type="body"/>
          </p:nvPr>
        </p:nvSpPr>
        <p:spPr>
          <a:xfrm>
            <a:off x="1816268" y="340885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294" name="Google Shape;294;p36"/>
          <p:cNvSpPr txBox="1"/>
          <p:nvPr>
            <p:ph idx="6" type="body"/>
          </p:nvPr>
        </p:nvSpPr>
        <p:spPr>
          <a:xfrm>
            <a:off x="1816745" y="4066686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pic>
        <p:nvPicPr>
          <p:cNvPr descr="Woman with red hair in green top" id="295" name="Google Shape;295;p36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6519" l="0" r="0" t="6520"/>
          <a:stretch/>
        </p:blipFill>
        <p:spPr>
          <a:xfrm>
            <a:off x="453656" y="653474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oman with red hair in green top" id="296" name="Google Shape;296;p36"/>
          <p:cNvPicPr preferRelativeResize="0"/>
          <p:nvPr>
            <p:ph idx="8" type="pic"/>
          </p:nvPr>
        </p:nvPicPr>
        <p:blipFill rotWithShape="1">
          <a:blip r:embed="rId3">
            <a:alphaModFix/>
          </a:blip>
          <a:srcRect b="6568" l="0" r="0" t="6568"/>
          <a:stretch/>
        </p:blipFill>
        <p:spPr>
          <a:xfrm>
            <a:off x="453656" y="1985565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oman with red hair in green top" id="297" name="Google Shape;297;p36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6519" l="0" r="0" t="6520"/>
          <a:stretch/>
        </p:blipFill>
        <p:spPr>
          <a:xfrm>
            <a:off x="453656" y="3317656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36"/>
          <p:cNvSpPr txBox="1"/>
          <p:nvPr>
            <p:ph idx="13" type="body"/>
          </p:nvPr>
        </p:nvSpPr>
        <p:spPr>
          <a:xfrm>
            <a:off x="6214570" y="744672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299" name="Google Shape;299;p36"/>
          <p:cNvSpPr txBox="1"/>
          <p:nvPr>
            <p:ph idx="14" type="body"/>
          </p:nvPr>
        </p:nvSpPr>
        <p:spPr>
          <a:xfrm>
            <a:off x="6215047" y="140250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sp>
        <p:nvSpPr>
          <p:cNvPr id="300" name="Google Shape;300;p36"/>
          <p:cNvSpPr txBox="1"/>
          <p:nvPr>
            <p:ph idx="15" type="body"/>
          </p:nvPr>
        </p:nvSpPr>
        <p:spPr>
          <a:xfrm>
            <a:off x="6214570" y="207676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301" name="Google Shape;301;p36"/>
          <p:cNvSpPr txBox="1"/>
          <p:nvPr>
            <p:ph idx="16" type="body"/>
          </p:nvPr>
        </p:nvSpPr>
        <p:spPr>
          <a:xfrm>
            <a:off x="6215047" y="2734595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sp>
        <p:nvSpPr>
          <p:cNvPr id="302" name="Google Shape;302;p36"/>
          <p:cNvSpPr txBox="1"/>
          <p:nvPr>
            <p:ph idx="17" type="body"/>
          </p:nvPr>
        </p:nvSpPr>
        <p:spPr>
          <a:xfrm>
            <a:off x="6214570" y="3408853"/>
            <a:ext cx="2475299" cy="60304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FIRST NAME LAST NAME</a:t>
            </a:r>
            <a:endParaRPr/>
          </a:p>
        </p:txBody>
      </p:sp>
      <p:sp>
        <p:nvSpPr>
          <p:cNvPr id="303" name="Google Shape;303;p36"/>
          <p:cNvSpPr txBox="1"/>
          <p:nvPr>
            <p:ph idx="18" type="body"/>
          </p:nvPr>
        </p:nvSpPr>
        <p:spPr>
          <a:xfrm>
            <a:off x="6215047" y="4066686"/>
            <a:ext cx="2475299" cy="3275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Title, Company</a:t>
            </a:r>
            <a:endParaRPr/>
          </a:p>
        </p:txBody>
      </p:sp>
      <p:pic>
        <p:nvPicPr>
          <p:cNvPr descr="Woman with red hair in green top" id="304" name="Google Shape;304;p36"/>
          <p:cNvPicPr preferRelativeResize="0"/>
          <p:nvPr>
            <p:ph idx="19" type="pic"/>
          </p:nvPr>
        </p:nvPicPr>
        <p:blipFill rotWithShape="1">
          <a:blip r:embed="rId3">
            <a:alphaModFix/>
          </a:blip>
          <a:srcRect b="6519" l="0" r="0" t="6520"/>
          <a:stretch/>
        </p:blipFill>
        <p:spPr>
          <a:xfrm>
            <a:off x="4851958" y="653474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oman with red hair in green top" id="305" name="Google Shape;305;p36"/>
          <p:cNvPicPr preferRelativeResize="0"/>
          <p:nvPr>
            <p:ph idx="20" type="pic"/>
          </p:nvPr>
        </p:nvPicPr>
        <p:blipFill rotWithShape="1">
          <a:blip r:embed="rId3">
            <a:alphaModFix/>
          </a:blip>
          <a:srcRect b="6568" l="0" r="0" t="6568"/>
          <a:stretch/>
        </p:blipFill>
        <p:spPr>
          <a:xfrm>
            <a:off x="4851958" y="1985565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Woman with red hair in green top" id="306" name="Google Shape;306;p36"/>
          <p:cNvPicPr preferRelativeResize="0"/>
          <p:nvPr>
            <p:ph idx="21" type="pic"/>
          </p:nvPr>
        </p:nvPicPr>
        <p:blipFill rotWithShape="1">
          <a:blip r:embed="rId3">
            <a:alphaModFix/>
          </a:blip>
          <a:srcRect b="6519" l="0" r="0" t="6520"/>
          <a:stretch/>
        </p:blipFill>
        <p:spPr>
          <a:xfrm>
            <a:off x="4851958" y="3317656"/>
            <a:ext cx="1242217" cy="1079493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holding a tablet&#10;&#10;AI-generated content may be incorrect." id="312" name="Google Shape;312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1929" r="11928" t="0"/>
          <a:stretch/>
        </p:blipFill>
        <p:spPr>
          <a:xfrm>
            <a:off x="3268980" y="-1"/>
            <a:ext cx="5875020" cy="514349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37"/>
          <p:cNvSpPr txBox="1"/>
          <p:nvPr>
            <p:ph type="title"/>
          </p:nvPr>
        </p:nvSpPr>
        <p:spPr>
          <a:xfrm>
            <a:off x="342900" y="342899"/>
            <a:ext cx="2782264" cy="22288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2537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TITLE AND IMAGE</a:t>
            </a:r>
            <a:endParaRPr/>
          </a:p>
        </p:txBody>
      </p:sp>
      <p:pic>
        <p:nvPicPr>
          <p:cNvPr descr="A black and white logo&#10;&#10;AI-generated content may be incorrect." id="314" name="Google Shape;31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7674" y="4615708"/>
            <a:ext cx="778573" cy="343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and person looking at a computer screen&#10;&#10;AI-generated content may be incorrect." id="319" name="Google Shape;319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437" r="9947" t="16490"/>
          <a:stretch/>
        </p:blipFill>
        <p:spPr>
          <a:xfrm>
            <a:off x="0" y="0"/>
            <a:ext cx="5874544" cy="51435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4B7CA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0" name="Google Shape;320;p38"/>
          <p:cNvSpPr txBox="1"/>
          <p:nvPr>
            <p:ph type="title"/>
          </p:nvPr>
        </p:nvSpPr>
        <p:spPr>
          <a:xfrm>
            <a:off x="6018835" y="342899"/>
            <a:ext cx="2782265" cy="22288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2537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TITLE AND IMAGE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holding a computer&#10;&#10;AI-generated content may be incorrect." id="325" name="Google Shape;325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090" l="0" r="0" t="4090"/>
          <a:stretch/>
        </p:blipFill>
        <p:spPr>
          <a:xfrm>
            <a:off x="342900" y="1369219"/>
            <a:ext cx="8458200" cy="304051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6" name="Google Shape;326;p39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TITLE AND IMAGE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CONTENT SLIDE</a:t>
            </a:r>
            <a:endParaRPr/>
          </a:p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Bullet level 1: Arial, 32pt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Bullet level 2: Arial, 28pt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Bullet level 3: Arial, 24pt</a:t>
            </a:r>
            <a:endParaRPr/>
          </a:p>
          <a:p>
            <a:pPr indent="-146050" lvl="3" marL="838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Bullet level 4: Arial, 20pt</a:t>
            </a:r>
            <a:endParaRPr/>
          </a:p>
          <a:p>
            <a:pPr indent="-177800" lvl="4" marL="101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</a:pPr>
            <a:r>
              <a:rPr lang="en"/>
              <a:t>Bullet level5: Arial, 18pt</a:t>
            </a:r>
            <a:endParaRPr/>
          </a:p>
          <a:p>
            <a:pPr indent="-889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342900" y="342900"/>
            <a:ext cx="8458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CONTENT SLIDE</a:t>
            </a:r>
            <a:endParaRPr/>
          </a:p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342900" y="1369219"/>
            <a:ext cx="8458200" cy="3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Bullet level 1: Arial, 32pt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Bullet level 2: Arial, 28pt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Bullet level 3: Arial, 24pt</a:t>
            </a:r>
            <a:endParaRPr/>
          </a:p>
          <a:p>
            <a:pPr indent="-146050" lvl="3" marL="838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Bullet level 4: Arial, 20pt</a:t>
            </a:r>
            <a:endParaRPr/>
          </a:p>
          <a:p>
            <a:pPr indent="-177800" lvl="4" marL="101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</a:pPr>
            <a:r>
              <a:rPr lang="en"/>
              <a:t>Bullet level5: Arial, 18pt</a:t>
            </a:r>
            <a:endParaRPr/>
          </a:p>
          <a:p>
            <a:pPr indent="-889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/>
          <p:nvPr>
            <p:ph type="title"/>
          </p:nvPr>
        </p:nvSpPr>
        <p:spPr>
          <a:xfrm>
            <a:off x="342900" y="342900"/>
            <a:ext cx="8458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CONTENT SLIDE</a:t>
            </a:r>
            <a:endParaRPr/>
          </a:p>
        </p:txBody>
      </p:sp>
      <p:sp>
        <p:nvSpPr>
          <p:cNvPr id="344" name="Google Shape;344;p42"/>
          <p:cNvSpPr txBox="1"/>
          <p:nvPr>
            <p:ph idx="1" type="body"/>
          </p:nvPr>
        </p:nvSpPr>
        <p:spPr>
          <a:xfrm>
            <a:off x="342900" y="1369219"/>
            <a:ext cx="8458200" cy="3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Bullet level 1: Arial, 32pt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Bullet level 2: Arial, 28pt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Bullet level 3: Arial, 24pt</a:t>
            </a:r>
            <a:endParaRPr/>
          </a:p>
          <a:p>
            <a:pPr indent="-146050" lvl="3" marL="838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Bullet level 4: Arial, 20pt</a:t>
            </a:r>
            <a:endParaRPr/>
          </a:p>
          <a:p>
            <a:pPr indent="-177800" lvl="4" marL="101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</a:pPr>
            <a:r>
              <a:rPr lang="en"/>
              <a:t>Bullet level5: Arial, 18pt</a:t>
            </a:r>
            <a:endParaRPr/>
          </a:p>
          <a:p>
            <a:pPr indent="-889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/>
          <p:nvPr>
            <p:ph type="title"/>
          </p:nvPr>
        </p:nvSpPr>
        <p:spPr>
          <a:xfrm>
            <a:off x="342900" y="342900"/>
            <a:ext cx="84582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CONTENT SLIDE</a:t>
            </a:r>
            <a:endParaRPr/>
          </a:p>
        </p:txBody>
      </p:sp>
      <p:sp>
        <p:nvSpPr>
          <p:cNvPr id="350" name="Google Shape;350;p43"/>
          <p:cNvSpPr txBox="1"/>
          <p:nvPr>
            <p:ph idx="1" type="body"/>
          </p:nvPr>
        </p:nvSpPr>
        <p:spPr>
          <a:xfrm>
            <a:off x="342900" y="1369219"/>
            <a:ext cx="8458200" cy="3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Bullet level 1: Arial, 32pt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Bullet level 2: Arial, 28pt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Bullet level 3: Arial, 24pt</a:t>
            </a:r>
            <a:endParaRPr/>
          </a:p>
          <a:p>
            <a:pPr indent="-146050" lvl="3" marL="838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Bullet level 4: Arial, 20pt</a:t>
            </a:r>
            <a:endParaRPr/>
          </a:p>
          <a:p>
            <a:pPr indent="-177800" lvl="4" marL="101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</a:pPr>
            <a:r>
              <a:rPr lang="en"/>
              <a:t>Bullet level5: Arial, 18pt</a:t>
            </a:r>
            <a:endParaRPr/>
          </a:p>
          <a:p>
            <a:pPr indent="-889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54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CONTENT SLIDE</a:t>
            </a:r>
            <a:endParaRPr/>
          </a:p>
        </p:txBody>
      </p:sp>
      <p:sp>
        <p:nvSpPr>
          <p:cNvPr id="357" name="Google Shape;357;p44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Lorem ipsum dolor sit amet, consectetuer adipiscing elit. Maecenas porttitor congue massa. 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Fusce posuere, magna sed pulvinar ultricies, purus lectus malesuada libero, sit amet commodo magna eros quis urna.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Nunc viverra imperdiet enim. Fusce est. Vivamus a tellus.</a:t>
            </a:r>
            <a:endParaRPr/>
          </a:p>
          <a:p>
            <a:pPr indent="-146050" lvl="3" marL="838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Pellentesque habitant morbi tristique senectus et netus et malesuada fames ac turpis egestas. Proin pharetra nonummy pede. Mauris et orci.</a:t>
            </a:r>
            <a:endParaRPr/>
          </a:p>
          <a:p>
            <a:pPr indent="-177800" lvl="4" marL="101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▫"/>
            </a:pPr>
            <a:r>
              <a:rPr lang="en"/>
              <a:t>Pellentesque habitant morbi tristique senectus et netus et malesuada fames ac turpis egestas. Proin pharetra nonummy pede. Mauris et orci.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Lorem ipsum dolor sit amet, consectetuer adipiscing.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THIS IS A COMPARISON SLIDE</a:t>
            </a:r>
            <a:endParaRPr/>
          </a:p>
        </p:txBody>
      </p:sp>
      <p:sp>
        <p:nvSpPr>
          <p:cNvPr id="363" name="Google Shape;363;p45"/>
          <p:cNvSpPr txBox="1"/>
          <p:nvPr>
            <p:ph idx="1" type="body"/>
          </p:nvPr>
        </p:nvSpPr>
        <p:spPr>
          <a:xfrm>
            <a:off x="342901" y="1369220"/>
            <a:ext cx="4109084" cy="597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Header</a:t>
            </a:r>
            <a:endParaRPr/>
          </a:p>
        </p:txBody>
      </p:sp>
      <p:sp>
        <p:nvSpPr>
          <p:cNvPr id="364" name="Google Shape;364;p45"/>
          <p:cNvSpPr txBox="1"/>
          <p:nvPr>
            <p:ph idx="2" type="body"/>
          </p:nvPr>
        </p:nvSpPr>
        <p:spPr>
          <a:xfrm>
            <a:off x="4692017" y="1369220"/>
            <a:ext cx="4109084" cy="597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Header</a:t>
            </a:r>
            <a:endParaRPr/>
          </a:p>
        </p:txBody>
      </p:sp>
      <p:sp>
        <p:nvSpPr>
          <p:cNvPr id="365" name="Google Shape;365;p45"/>
          <p:cNvSpPr txBox="1"/>
          <p:nvPr>
            <p:ph idx="3" type="body"/>
          </p:nvPr>
        </p:nvSpPr>
        <p:spPr>
          <a:xfrm>
            <a:off x="4692017" y="2155082"/>
            <a:ext cx="4109084" cy="2227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Lorem ipsum dolor sit amet, consectetuer adipiscing elit. 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Nunc viverra imperdiet enim. Fusce est. Vivamus a tellus.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Pellentesque habitant morbi tristique senectus et netus et malesuada fames ac.</a:t>
            </a:r>
            <a:endParaRPr/>
          </a:p>
        </p:txBody>
      </p:sp>
      <p:sp>
        <p:nvSpPr>
          <p:cNvPr id="366" name="Google Shape;366;p45"/>
          <p:cNvSpPr txBox="1"/>
          <p:nvPr>
            <p:ph idx="4" type="body"/>
          </p:nvPr>
        </p:nvSpPr>
        <p:spPr>
          <a:xfrm>
            <a:off x="342901" y="2155082"/>
            <a:ext cx="4109084" cy="22272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Lorem ipsum dolor sit amet, consectetuer adipiscing elit. </a:t>
            </a:r>
            <a:endParaRPr/>
          </a:p>
          <a:p>
            <a:pPr indent="-222250" lvl="1" marL="431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◦"/>
            </a:pPr>
            <a:r>
              <a:rPr lang="en"/>
              <a:t>Nunc viverra imperdiet enim. Fusce est. Vivamus a tellus.</a:t>
            </a:r>
            <a:endParaRPr/>
          </a:p>
          <a:p>
            <a:pPr indent="-203200" lvl="2" marL="66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−"/>
            </a:pPr>
            <a:r>
              <a:rPr lang="en"/>
              <a:t>Pellentesque habitant morbi tristique senectus et netus et malesuada fames ac.</a:t>
            </a:r>
            <a:endParaRPr/>
          </a:p>
          <a:p>
            <a:pPr indent="-254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342900" y="342900"/>
            <a:ext cx="8458200" cy="92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"/>
              <a:t>MAIN ASSETS / LOGOS</a:t>
            </a:r>
            <a:endParaRPr/>
          </a:p>
        </p:txBody>
      </p:sp>
      <p:sp>
        <p:nvSpPr>
          <p:cNvPr id="372" name="Google Shape;372;p46"/>
          <p:cNvSpPr txBox="1"/>
          <p:nvPr>
            <p:ph idx="1" type="body"/>
          </p:nvPr>
        </p:nvSpPr>
        <p:spPr>
          <a:xfrm>
            <a:off x="342900" y="1369220"/>
            <a:ext cx="8458200" cy="30279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Title (Arial, Bold, 40pt)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Body (Arial, Regular, 32pt – 18pt)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371475" y="2372333"/>
            <a:ext cx="2149512" cy="59383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4B7CAA">
                  <a:alpha val="7098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2716193" y="2372333"/>
            <a:ext cx="2149512" cy="59383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D81EBF">
                  <a:alpha val="3372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2716191" y="3110113"/>
            <a:ext cx="2149512" cy="731509"/>
          </a:xfrm>
          <a:prstGeom prst="rect">
            <a:avLst/>
          </a:prstGeom>
          <a:solidFill>
            <a:srgbClr val="D81E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Black Hat Magenta</a:t>
            </a:r>
            <a:b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HEX: #D81EBF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RGB: 216, 30, 191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CMYK: 0, 86, 12, 15</a:t>
            </a:r>
            <a:endParaRPr b="1"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371474" y="3110113"/>
            <a:ext cx="2149512" cy="731509"/>
          </a:xfrm>
          <a:prstGeom prst="rect">
            <a:avLst/>
          </a:prstGeom>
          <a:solidFill>
            <a:srgbClr val="4B7CA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Black Hat Teal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HEX: #4B7CAA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RGB: 75, 124, 170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CMYK: 56, 27, 0, 33</a:t>
            </a:r>
            <a:endParaRPr sz="1100"/>
          </a:p>
        </p:txBody>
      </p:sp>
      <p:grpSp>
        <p:nvGrpSpPr>
          <p:cNvPr id="377" name="Google Shape;377;p46"/>
          <p:cNvGrpSpPr/>
          <p:nvPr/>
        </p:nvGrpSpPr>
        <p:grpSpPr>
          <a:xfrm>
            <a:off x="371474" y="4010816"/>
            <a:ext cx="4494230" cy="442731"/>
            <a:chOff x="457200" y="2745029"/>
            <a:chExt cx="5478779" cy="590308"/>
          </a:xfrm>
        </p:grpSpPr>
        <p:sp>
          <p:nvSpPr>
            <p:cNvPr id="378" name="Google Shape;378;p46"/>
            <p:cNvSpPr/>
            <p:nvPr/>
          </p:nvSpPr>
          <p:spPr>
            <a:xfrm>
              <a:off x="457201" y="2745029"/>
              <a:ext cx="5478778" cy="590308"/>
            </a:xfrm>
            <a:prstGeom prst="rect">
              <a:avLst/>
            </a:pr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4B7CAA">
                    <a:alpha val="5098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46"/>
            <p:cNvCxnSpPr/>
            <p:nvPr/>
          </p:nvCxnSpPr>
          <p:spPr>
            <a:xfrm>
              <a:off x="457200" y="2745029"/>
              <a:ext cx="5478779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80" name="Google Shape;380;p46"/>
          <p:cNvGrpSpPr/>
          <p:nvPr/>
        </p:nvGrpSpPr>
        <p:grpSpPr>
          <a:xfrm>
            <a:off x="5544121" y="358498"/>
            <a:ext cx="2834817" cy="4133886"/>
            <a:chOff x="7392161" y="477997"/>
            <a:chExt cx="3779756" cy="5511848"/>
          </a:xfrm>
        </p:grpSpPr>
        <p:pic>
          <p:nvPicPr>
            <p:cNvPr id="381" name="Google Shape;3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01151" y="5347754"/>
              <a:ext cx="2561775" cy="64209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82" name="Google Shape;382;p46"/>
            <p:cNvCxnSpPr/>
            <p:nvPr/>
          </p:nvCxnSpPr>
          <p:spPr>
            <a:xfrm>
              <a:off x="7729796" y="3256795"/>
              <a:ext cx="3104486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" name="Google Shape;383;p46"/>
            <p:cNvCxnSpPr/>
            <p:nvPr/>
          </p:nvCxnSpPr>
          <p:spPr>
            <a:xfrm>
              <a:off x="7729796" y="5063002"/>
              <a:ext cx="3104486" cy="0"/>
            </a:xfrm>
            <a:prstGeom prst="straightConnector1">
              <a:avLst/>
            </a:prstGeom>
            <a:noFill/>
            <a:ln cap="flat" cmpd="sng" w="25400">
              <a:solidFill>
                <a:srgbClr val="4B7CAA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descr="A black and white logo&#10;&#10;AI-generated content may be incorrect." id="384" name="Google Shape;384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92161" y="477997"/>
              <a:ext cx="3779756" cy="2560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and white logo&#10;&#10;AI-generated content may be incorrect." id="385" name="Google Shape;385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29796" y="3461017"/>
              <a:ext cx="3111097" cy="137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Hat EUROPE 2025">
  <a:themeElements>
    <a:clrScheme name="BlackHat Security">
      <a:dk1>
        <a:srgbClr val="000000"/>
      </a:dk1>
      <a:lt1>
        <a:srgbClr val="FFFFFF"/>
      </a:lt1>
      <a:dk2>
        <a:srgbClr val="000000"/>
      </a:dk2>
      <a:lt2>
        <a:srgbClr val="B2AFB1"/>
      </a:lt2>
      <a:accent1>
        <a:srgbClr val="5CC2E7"/>
      </a:accent1>
      <a:accent2>
        <a:srgbClr val="1A6690"/>
      </a:accent2>
      <a:accent3>
        <a:srgbClr val="253746"/>
      </a:accent3>
      <a:accent4>
        <a:srgbClr val="CFDC28"/>
      </a:accent4>
      <a:accent5>
        <a:srgbClr val="EB8B23"/>
      </a:accent5>
      <a:accent6>
        <a:srgbClr val="00A376"/>
      </a:accent6>
      <a:hlink>
        <a:srgbClr val="8F3B81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